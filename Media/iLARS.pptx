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Yeseva One" charset="1" panose="000005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8514" y="612902"/>
            <a:ext cx="3771915" cy="8177593"/>
          </a:xfrm>
          <a:custGeom>
            <a:avLst/>
            <a:gdLst/>
            <a:ahLst/>
            <a:cxnLst/>
            <a:rect r="r" b="b" t="t" l="l"/>
            <a:pathLst>
              <a:path h="8177593" w="3771915">
                <a:moveTo>
                  <a:pt x="0" y="0"/>
                </a:moveTo>
                <a:lnTo>
                  <a:pt x="3771915" y="0"/>
                </a:lnTo>
                <a:lnTo>
                  <a:pt x="3771915" y="8177592"/>
                </a:lnTo>
                <a:lnTo>
                  <a:pt x="0" y="817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57675" y="8938369"/>
            <a:ext cx="3413592" cy="1190969"/>
            <a:chOff x="0" y="0"/>
            <a:chExt cx="4551456" cy="15879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5250"/>
              <a:ext cx="4551456" cy="954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64"/>
                </a:lnSpc>
              </a:pPr>
              <a:r>
                <a:rPr lang="en-US" sz="5164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Onboard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04899"/>
              <a:ext cx="4551456" cy="28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98738" y="1951746"/>
            <a:ext cx="3771915" cy="8177593"/>
          </a:xfrm>
          <a:custGeom>
            <a:avLst/>
            <a:gdLst/>
            <a:ahLst/>
            <a:cxnLst/>
            <a:rect r="r" b="b" t="t" l="l"/>
            <a:pathLst>
              <a:path h="8177593" w="3771915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786" y="2022907"/>
            <a:ext cx="3669818" cy="7956246"/>
          </a:xfrm>
          <a:custGeom>
            <a:avLst/>
            <a:gdLst/>
            <a:ahLst/>
            <a:cxnLst/>
            <a:rect r="r" b="b" t="t" l="l"/>
            <a:pathLst>
              <a:path h="7956246" w="3669818">
                <a:moveTo>
                  <a:pt x="0" y="0"/>
                </a:moveTo>
                <a:lnTo>
                  <a:pt x="3669819" y="0"/>
                </a:lnTo>
                <a:lnTo>
                  <a:pt x="3669819" y="7956246"/>
                </a:lnTo>
                <a:lnTo>
                  <a:pt x="0" y="7956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156581" y="1744410"/>
            <a:ext cx="10682554" cy="10472444"/>
          </a:xfrm>
          <a:custGeom>
            <a:avLst/>
            <a:gdLst/>
            <a:ahLst/>
            <a:cxnLst/>
            <a:rect r="r" b="b" t="t" l="l"/>
            <a:pathLst>
              <a:path h="10472444" w="10682554">
                <a:moveTo>
                  <a:pt x="0" y="0"/>
                </a:moveTo>
                <a:lnTo>
                  <a:pt x="10682553" y="0"/>
                </a:lnTo>
                <a:lnTo>
                  <a:pt x="10682553" y="10472444"/>
                </a:lnTo>
                <a:lnTo>
                  <a:pt x="0" y="1047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t="0" r="-8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5085" y="748158"/>
            <a:ext cx="3678774" cy="7975661"/>
          </a:xfrm>
          <a:custGeom>
            <a:avLst/>
            <a:gdLst/>
            <a:ahLst/>
            <a:cxnLst/>
            <a:rect r="r" b="b" t="t" l="l"/>
            <a:pathLst>
              <a:path h="7975661" w="3678774">
                <a:moveTo>
                  <a:pt x="0" y="0"/>
                </a:moveTo>
                <a:lnTo>
                  <a:pt x="3678773" y="0"/>
                </a:lnTo>
                <a:lnTo>
                  <a:pt x="3678773" y="7975661"/>
                </a:lnTo>
                <a:lnTo>
                  <a:pt x="0" y="79756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3195" y="482685"/>
            <a:ext cx="10682554" cy="10472444"/>
          </a:xfrm>
          <a:custGeom>
            <a:avLst/>
            <a:gdLst/>
            <a:ahLst/>
            <a:cxnLst/>
            <a:rect r="r" b="b" t="t" l="l"/>
            <a:pathLst>
              <a:path h="10472444" w="10682554">
                <a:moveTo>
                  <a:pt x="0" y="0"/>
                </a:moveTo>
                <a:lnTo>
                  <a:pt x="10682553" y="0"/>
                </a:lnTo>
                <a:lnTo>
                  <a:pt x="10682553" y="10472443"/>
                </a:lnTo>
                <a:lnTo>
                  <a:pt x="0" y="10472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t="0" r="-8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90952" y="313424"/>
            <a:ext cx="3771915" cy="8177593"/>
          </a:xfrm>
          <a:custGeom>
            <a:avLst/>
            <a:gdLst/>
            <a:ahLst/>
            <a:cxnLst/>
            <a:rect r="r" b="b" t="t" l="l"/>
            <a:pathLst>
              <a:path h="8177593" w="3771915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55518" y="1744410"/>
            <a:ext cx="3771915" cy="8177593"/>
          </a:xfrm>
          <a:custGeom>
            <a:avLst/>
            <a:gdLst/>
            <a:ahLst/>
            <a:cxnLst/>
            <a:rect r="r" b="b" t="t" l="l"/>
            <a:pathLst>
              <a:path h="8177593" w="3771915">
                <a:moveTo>
                  <a:pt x="0" y="0"/>
                </a:moveTo>
                <a:lnTo>
                  <a:pt x="3771915" y="0"/>
                </a:lnTo>
                <a:lnTo>
                  <a:pt x="3771915" y="8177593"/>
                </a:lnTo>
                <a:lnTo>
                  <a:pt x="0" y="8177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86162" y="1837090"/>
            <a:ext cx="3695204" cy="8011283"/>
          </a:xfrm>
          <a:custGeom>
            <a:avLst/>
            <a:gdLst/>
            <a:ahLst/>
            <a:cxnLst/>
            <a:rect r="r" b="b" t="t" l="l"/>
            <a:pathLst>
              <a:path h="8011283" w="3695204">
                <a:moveTo>
                  <a:pt x="0" y="0"/>
                </a:moveTo>
                <a:lnTo>
                  <a:pt x="3695204" y="0"/>
                </a:lnTo>
                <a:lnTo>
                  <a:pt x="3695204" y="8011283"/>
                </a:lnTo>
                <a:lnTo>
                  <a:pt x="0" y="8011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836468" y="313424"/>
            <a:ext cx="3413592" cy="1190969"/>
            <a:chOff x="0" y="0"/>
            <a:chExt cx="4551456" cy="158795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95250"/>
              <a:ext cx="4551456" cy="954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64"/>
                </a:lnSpc>
              </a:pPr>
              <a:r>
                <a:rPr lang="en-US" sz="5164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Get a plan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304899"/>
              <a:ext cx="4551456" cy="28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65819" y="8899966"/>
            <a:ext cx="4222181" cy="1190969"/>
            <a:chOff x="0" y="0"/>
            <a:chExt cx="5629574" cy="158795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95250"/>
              <a:ext cx="5629574" cy="954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64"/>
                </a:lnSpc>
              </a:pPr>
              <a:r>
                <a:rPr lang="en-US" sz="5164">
                  <a:solidFill>
                    <a:srgbClr val="000000"/>
                  </a:solidFill>
                  <a:latin typeface="Yeseva One"/>
                  <a:ea typeface="Yeseva One"/>
                  <a:cs typeface="Yeseva One"/>
                  <a:sym typeface="Yeseva One"/>
                </a:rPr>
                <a:t>Mentor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304899"/>
              <a:ext cx="5629574" cy="28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4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392488" y="1643235"/>
            <a:ext cx="10682554" cy="10472444"/>
          </a:xfrm>
          <a:custGeom>
            <a:avLst/>
            <a:gdLst/>
            <a:ahLst/>
            <a:cxnLst/>
            <a:rect r="r" b="b" t="t" l="l"/>
            <a:pathLst>
              <a:path h="10472444" w="10682554">
                <a:moveTo>
                  <a:pt x="0" y="0"/>
                </a:moveTo>
                <a:lnTo>
                  <a:pt x="10682553" y="0"/>
                </a:lnTo>
                <a:lnTo>
                  <a:pt x="10682553" y="10472443"/>
                </a:lnTo>
                <a:lnTo>
                  <a:pt x="0" y="10472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t="0" r="-8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50503" y="492210"/>
            <a:ext cx="3633763" cy="7878076"/>
          </a:xfrm>
          <a:custGeom>
            <a:avLst/>
            <a:gdLst/>
            <a:ahLst/>
            <a:cxnLst/>
            <a:rect r="r" b="b" t="t" l="l"/>
            <a:pathLst>
              <a:path h="7878076" w="3633763">
                <a:moveTo>
                  <a:pt x="0" y="0"/>
                </a:moveTo>
                <a:lnTo>
                  <a:pt x="3633763" y="0"/>
                </a:lnTo>
                <a:lnTo>
                  <a:pt x="3633763" y="7878076"/>
                </a:lnTo>
                <a:lnTo>
                  <a:pt x="0" y="7878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26108" y="199124"/>
            <a:ext cx="10682554" cy="10472444"/>
          </a:xfrm>
          <a:custGeom>
            <a:avLst/>
            <a:gdLst/>
            <a:ahLst/>
            <a:cxnLst/>
            <a:rect r="r" b="b" t="t" l="l"/>
            <a:pathLst>
              <a:path h="10472444" w="10682554">
                <a:moveTo>
                  <a:pt x="0" y="0"/>
                </a:moveTo>
                <a:lnTo>
                  <a:pt x="10682553" y="0"/>
                </a:lnTo>
                <a:lnTo>
                  <a:pt x="10682553" y="10472444"/>
                </a:lnTo>
                <a:lnTo>
                  <a:pt x="0" y="10472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0" t="0" r="-8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74938" y="1404746"/>
            <a:ext cx="3203958" cy="21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DAGvIptyfnE</dc:identifier>
  <dcterms:modified xsi:type="dcterms:W3CDTF">2011-08-01T06:04:30Z</dcterms:modified>
  <cp:revision>1</cp:revision>
  <dc:title>iLARS</dc:title>
</cp:coreProperties>
</file>