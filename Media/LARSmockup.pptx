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Yeseva One" pitchFamily="2" charset="77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>
        <p:scale>
          <a:sx n="60" d="100"/>
          <a:sy n="60" d="100"/>
        </p:scale>
        <p:origin x="1944" y="8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78514" y="612902"/>
            <a:ext cx="3771915" cy="8177593"/>
          </a:xfrm>
          <a:custGeom>
            <a:avLst/>
            <a:gdLst/>
            <a:ahLst/>
            <a:cxnLst/>
            <a:rect l="l" t="t" r="r" b="b"/>
            <a:pathLst>
              <a:path w="3771915" h="8177593">
                <a:moveTo>
                  <a:pt x="0" y="0"/>
                </a:moveTo>
                <a:lnTo>
                  <a:pt x="3771915" y="0"/>
                </a:lnTo>
                <a:lnTo>
                  <a:pt x="3771915" y="8177592"/>
                </a:lnTo>
                <a:lnTo>
                  <a:pt x="0" y="8177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957675" y="8938369"/>
            <a:ext cx="3413592" cy="1190969"/>
            <a:chOff x="0" y="0"/>
            <a:chExt cx="4551456" cy="1587959"/>
          </a:xfrm>
        </p:grpSpPr>
        <p:sp>
          <p:nvSpPr>
            <p:cNvPr id="4" name="TextBox 4"/>
            <p:cNvSpPr txBox="1"/>
            <p:nvPr/>
          </p:nvSpPr>
          <p:spPr>
            <a:xfrm>
              <a:off x="0" y="95250"/>
              <a:ext cx="4551456" cy="9542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64"/>
                </a:lnSpc>
              </a:pPr>
              <a:r>
                <a:rPr lang="en-US" sz="5164">
                  <a:solidFill>
                    <a:srgbClr val="000000"/>
                  </a:solidFill>
                  <a:latin typeface="Yeseva One"/>
                  <a:ea typeface="Yeseva One"/>
                  <a:cs typeface="Yeseva One"/>
                  <a:sym typeface="Yeseva One"/>
                </a:rPr>
                <a:t>Onboard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304899"/>
              <a:ext cx="4551456" cy="283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4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98738" y="1951746"/>
            <a:ext cx="3771915" cy="8177593"/>
          </a:xfrm>
          <a:custGeom>
            <a:avLst/>
            <a:gdLst/>
            <a:ahLst/>
            <a:cxnLst/>
            <a:rect l="l" t="t" r="r" b="b"/>
            <a:pathLst>
              <a:path w="3771915" h="8177593">
                <a:moveTo>
                  <a:pt x="0" y="0"/>
                </a:moveTo>
                <a:lnTo>
                  <a:pt x="3771915" y="0"/>
                </a:lnTo>
                <a:lnTo>
                  <a:pt x="3771915" y="8177593"/>
                </a:lnTo>
                <a:lnTo>
                  <a:pt x="0" y="81775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49786" y="2022907"/>
            <a:ext cx="3669818" cy="7956246"/>
          </a:xfrm>
          <a:custGeom>
            <a:avLst/>
            <a:gdLst/>
            <a:ahLst/>
            <a:cxnLst/>
            <a:rect l="l" t="t" r="r" b="b"/>
            <a:pathLst>
              <a:path w="3669818" h="7956246">
                <a:moveTo>
                  <a:pt x="0" y="0"/>
                </a:moveTo>
                <a:lnTo>
                  <a:pt x="3669819" y="0"/>
                </a:lnTo>
                <a:lnTo>
                  <a:pt x="3669819" y="7956246"/>
                </a:lnTo>
                <a:lnTo>
                  <a:pt x="0" y="7956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3156581" y="1744410"/>
            <a:ext cx="10682554" cy="10472444"/>
          </a:xfrm>
          <a:custGeom>
            <a:avLst/>
            <a:gdLst/>
            <a:ahLst/>
            <a:cxnLst/>
            <a:rect l="l" t="t" r="r" b="b"/>
            <a:pathLst>
              <a:path w="10682554" h="10472444">
                <a:moveTo>
                  <a:pt x="0" y="0"/>
                </a:moveTo>
                <a:lnTo>
                  <a:pt x="10682553" y="0"/>
                </a:lnTo>
                <a:lnTo>
                  <a:pt x="10682553" y="10472444"/>
                </a:lnTo>
                <a:lnTo>
                  <a:pt x="0" y="10472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0" r="-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825085" y="748158"/>
            <a:ext cx="3678774" cy="7975661"/>
          </a:xfrm>
          <a:custGeom>
            <a:avLst/>
            <a:gdLst/>
            <a:ahLst/>
            <a:cxnLst/>
            <a:rect l="l" t="t" r="r" b="b"/>
            <a:pathLst>
              <a:path w="3678774" h="7975661">
                <a:moveTo>
                  <a:pt x="0" y="0"/>
                </a:moveTo>
                <a:lnTo>
                  <a:pt x="3678773" y="0"/>
                </a:lnTo>
                <a:lnTo>
                  <a:pt x="3678773" y="7975661"/>
                </a:lnTo>
                <a:lnTo>
                  <a:pt x="0" y="79756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23195" y="495300"/>
            <a:ext cx="10682554" cy="10472444"/>
          </a:xfrm>
          <a:custGeom>
            <a:avLst/>
            <a:gdLst/>
            <a:ahLst/>
            <a:cxnLst/>
            <a:rect l="l" t="t" r="r" b="b"/>
            <a:pathLst>
              <a:path w="10682554" h="10472444">
                <a:moveTo>
                  <a:pt x="0" y="0"/>
                </a:moveTo>
                <a:lnTo>
                  <a:pt x="10682553" y="0"/>
                </a:lnTo>
                <a:lnTo>
                  <a:pt x="10682553" y="10472443"/>
                </a:lnTo>
                <a:lnTo>
                  <a:pt x="0" y="10472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0" r="-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290952" y="313424"/>
            <a:ext cx="3771915" cy="8177593"/>
          </a:xfrm>
          <a:custGeom>
            <a:avLst/>
            <a:gdLst/>
            <a:ahLst/>
            <a:cxnLst/>
            <a:rect l="l" t="t" r="r" b="b"/>
            <a:pathLst>
              <a:path w="3771915" h="8177593">
                <a:moveTo>
                  <a:pt x="0" y="0"/>
                </a:moveTo>
                <a:lnTo>
                  <a:pt x="3771915" y="0"/>
                </a:lnTo>
                <a:lnTo>
                  <a:pt x="3771915" y="8177593"/>
                </a:lnTo>
                <a:lnTo>
                  <a:pt x="0" y="81775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855518" y="1744410"/>
            <a:ext cx="3771915" cy="8177593"/>
          </a:xfrm>
          <a:custGeom>
            <a:avLst/>
            <a:gdLst/>
            <a:ahLst/>
            <a:cxnLst/>
            <a:rect l="l" t="t" r="r" b="b"/>
            <a:pathLst>
              <a:path w="3771915" h="8177593">
                <a:moveTo>
                  <a:pt x="0" y="0"/>
                </a:moveTo>
                <a:lnTo>
                  <a:pt x="3771915" y="0"/>
                </a:lnTo>
                <a:lnTo>
                  <a:pt x="3771915" y="8177593"/>
                </a:lnTo>
                <a:lnTo>
                  <a:pt x="0" y="81775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9886162" y="1837090"/>
            <a:ext cx="3695204" cy="8011283"/>
          </a:xfrm>
          <a:custGeom>
            <a:avLst/>
            <a:gdLst/>
            <a:ahLst/>
            <a:cxnLst/>
            <a:rect l="l" t="t" r="r" b="b"/>
            <a:pathLst>
              <a:path w="3695204" h="8011283">
                <a:moveTo>
                  <a:pt x="0" y="0"/>
                </a:moveTo>
                <a:lnTo>
                  <a:pt x="3695204" y="0"/>
                </a:lnTo>
                <a:lnTo>
                  <a:pt x="3695204" y="8011283"/>
                </a:lnTo>
                <a:lnTo>
                  <a:pt x="0" y="80112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4065819" y="8899966"/>
            <a:ext cx="4222181" cy="1190969"/>
            <a:chOff x="0" y="0"/>
            <a:chExt cx="5629574" cy="1587959"/>
          </a:xfrm>
        </p:grpSpPr>
        <p:sp>
          <p:nvSpPr>
            <p:cNvPr id="18" name="TextBox 18"/>
            <p:cNvSpPr txBox="1"/>
            <p:nvPr/>
          </p:nvSpPr>
          <p:spPr>
            <a:xfrm>
              <a:off x="0" y="95250"/>
              <a:ext cx="5629574" cy="9542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64"/>
                </a:lnSpc>
              </a:pPr>
              <a:r>
                <a:rPr lang="en-US" sz="5164">
                  <a:solidFill>
                    <a:srgbClr val="000000"/>
                  </a:solidFill>
                  <a:latin typeface="Yeseva One"/>
                  <a:ea typeface="Yeseva One"/>
                  <a:cs typeface="Yeseva One"/>
                  <a:sym typeface="Yeseva One"/>
                </a:rPr>
                <a:t>Mentor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304899"/>
              <a:ext cx="5629574" cy="283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4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6392488" y="1643235"/>
            <a:ext cx="10682554" cy="10472444"/>
          </a:xfrm>
          <a:custGeom>
            <a:avLst/>
            <a:gdLst/>
            <a:ahLst/>
            <a:cxnLst/>
            <a:rect l="l" t="t" r="r" b="b"/>
            <a:pathLst>
              <a:path w="10682554" h="10472444">
                <a:moveTo>
                  <a:pt x="0" y="0"/>
                </a:moveTo>
                <a:lnTo>
                  <a:pt x="10682553" y="0"/>
                </a:lnTo>
                <a:lnTo>
                  <a:pt x="10682553" y="10472443"/>
                </a:lnTo>
                <a:lnTo>
                  <a:pt x="0" y="10472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0" r="-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4350503" y="492210"/>
            <a:ext cx="3633763" cy="7878076"/>
          </a:xfrm>
          <a:custGeom>
            <a:avLst/>
            <a:gdLst/>
            <a:ahLst/>
            <a:cxnLst/>
            <a:rect l="l" t="t" r="r" b="b"/>
            <a:pathLst>
              <a:path w="3633763" h="7878076">
                <a:moveTo>
                  <a:pt x="0" y="0"/>
                </a:moveTo>
                <a:lnTo>
                  <a:pt x="3633763" y="0"/>
                </a:lnTo>
                <a:lnTo>
                  <a:pt x="3633763" y="7878076"/>
                </a:lnTo>
                <a:lnTo>
                  <a:pt x="0" y="78780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0826107" y="0"/>
            <a:ext cx="10682554" cy="10472444"/>
          </a:xfrm>
          <a:custGeom>
            <a:avLst/>
            <a:gdLst/>
            <a:ahLst/>
            <a:cxnLst/>
            <a:rect l="l" t="t" r="r" b="b"/>
            <a:pathLst>
              <a:path w="10682554" h="10472444">
                <a:moveTo>
                  <a:pt x="0" y="0"/>
                </a:moveTo>
                <a:lnTo>
                  <a:pt x="10682553" y="0"/>
                </a:lnTo>
                <a:lnTo>
                  <a:pt x="10682553" y="10472444"/>
                </a:lnTo>
                <a:lnTo>
                  <a:pt x="0" y="10472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0" r="-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374938" y="1404746"/>
            <a:ext cx="3203958" cy="219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4"/>
              </a:lnSpc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Yeseva One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iLARS</dc:title>
  <cp:lastModifiedBy>Benedikt Bachmetjev</cp:lastModifiedBy>
  <cp:revision>2</cp:revision>
  <dcterms:created xsi:type="dcterms:W3CDTF">2006-08-16T00:00:00Z</dcterms:created>
  <dcterms:modified xsi:type="dcterms:W3CDTF">2025-08-04T18:59:29Z</dcterms:modified>
  <dc:identifier>DAGvIptyfnE</dc:identifier>
</cp:coreProperties>
</file>